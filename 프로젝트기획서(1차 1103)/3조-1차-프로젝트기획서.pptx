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221bcbe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221bcbe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221bcbe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0221bcbe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221bcbe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221bcbe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221bcbe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221bcbe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0221bcbe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0221bcbe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221bcbe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221bcbe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221bcbe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221bcbe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221bcbe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221bcbe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0221bcbe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0221bcbe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활용 심리치료 서비스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5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/>
              <a:t>생성형ai  3조 C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20251236 박주언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20252364 강한서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00000" y="1828575"/>
            <a:ext cx="2485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49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 프로젝트 개요</a:t>
            </a:r>
            <a:endParaRPr b="1" sz="4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1.1 프로젝트 제목</a:t>
            </a:r>
            <a:b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3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1.2 프로젝트 배경 및 필요성</a:t>
            </a:r>
            <a:b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3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1.3 프로젝트 목표 및 기대효과</a:t>
            </a:r>
            <a:b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3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52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3529"/>
              <a:buFont typeface="Arial"/>
              <a:buChar char="●"/>
            </a:pPr>
            <a:r>
              <a:rPr lang="ko" sz="3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1.4 프로젝트 주요 내용 요약</a:t>
            </a:r>
            <a:br>
              <a:rPr lang="ko" sz="4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sz="4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790125" y="1818450"/>
            <a:ext cx="2485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  <a:highlight>
                  <a:srgbClr val="FFFFFF"/>
                </a:highlight>
              </a:rPr>
              <a:t>2. 기술 적용 계획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2.1 적용할 AI 기술 개요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2.2 모델 구조 및 알고리즘 설계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2.3 데이터 수집 및 전처리 계획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2.4 구현 도구 및 환경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프로젝트 개요</a:t>
            </a:r>
            <a:endParaRPr sz="2300"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활용 심리치료 서비스</a:t>
            </a:r>
            <a:endParaRPr sz="200"/>
          </a:p>
          <a:p>
            <a:pPr indent="-2413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시공간 제약 없이 마음을 돌보는 AI 기반 심리상담 플랫폼</a:t>
            </a:r>
            <a:endParaRPr sz="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 프로젝트 배경 및 필요성</a:t>
            </a:r>
            <a:endParaRPr sz="230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4802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Char char="●"/>
            </a:pPr>
            <a:r>
              <a:rPr lang="ko" sz="15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사회적 배경: 스트레스, 우울, 불안 증가</a:t>
            </a:r>
            <a:endParaRPr sz="100"/>
          </a:p>
          <a:p>
            <a:pPr indent="-324802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15"/>
              <a:buChar char="●"/>
            </a:pPr>
            <a:r>
              <a:rPr lang="ko" sz="15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기술적 배경: NLP와 생성형 AI의 발전으로 자연스러운 대화 구현 가능</a:t>
            </a:r>
            <a:endParaRPr sz="100"/>
          </a:p>
          <a:p>
            <a:pPr indent="-324802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15"/>
              <a:buChar char="●"/>
            </a:pPr>
            <a:r>
              <a:rPr lang="ko" sz="15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문제 인식: 비용·시간 부담으로 상담 접근성 낮음</a:t>
            </a:r>
            <a:endParaRPr sz="1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ko" sz="15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AI 기반 심리케어의 필요성 증가가</a:t>
            </a:r>
            <a:endParaRPr sz="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9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 프로젝트 목표 및 기대효과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-293052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12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목표:</a:t>
            </a:r>
            <a:endParaRPr sz="1223"/>
          </a:p>
          <a:p>
            <a:pPr indent="-28948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31111"/>
              <a:buChar char="●"/>
            </a:pPr>
            <a:r>
              <a:rPr lang="ko" sz="225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-상담자와의 대화를 통해 감정 상태를 파악하고, 위로와 조언을 해주는 AI 챗봇 만들기</a:t>
            </a:r>
            <a:endParaRPr sz="225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8948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31111"/>
              <a:buChar char="●"/>
            </a:pPr>
            <a:r>
              <a:rPr lang="ko" sz="225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-대화 기록,심리검사를 기반으로 사용자의 감정 변화를 시각화(그래프 등)</a:t>
            </a:r>
            <a:endParaRPr sz="225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8948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31111"/>
              <a:buChar char="●"/>
            </a:pPr>
            <a:r>
              <a:rPr lang="ko" sz="225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-스트레스 해소를 위한 간단한 자기돌봄 콘텐츠(명상, 음악 추천 등) 및 개선사항 제공</a:t>
            </a:r>
            <a:endParaRPr sz="225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74002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702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81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기대효과:</a:t>
            </a:r>
            <a:endParaRPr sz="915"/>
          </a:p>
          <a:p>
            <a:pPr indent="-274002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저비용·고접근성 심리상담 서비스</a:t>
            </a:r>
            <a:endParaRPr sz="300"/>
          </a:p>
          <a:p>
            <a:pPr indent="-274002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감정 표현 및 자기이해 능력 향상</a:t>
            </a:r>
            <a:endParaRPr sz="300"/>
          </a:p>
          <a:p>
            <a:pPr indent="-274002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학교·단체 멘탈케어 서비스로 활용 가능</a:t>
            </a:r>
            <a:endParaRPr sz="300"/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1.4 프로젝트 주요 내용 요약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2898" lvl="0" marL="3429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2"/>
              <a:buChar char="●"/>
            </a:pPr>
            <a:r>
              <a:rPr lang="ko" sz="16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핵심 아이디어: AI가 감정을 이해하고 공감하며 회복을 돕는 디지털 상담사</a:t>
            </a:r>
            <a:endParaRPr sz="100"/>
          </a:p>
          <a:p>
            <a:pPr indent="-332898" lvl="0" marL="34290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42"/>
              <a:buChar char="●"/>
            </a:pPr>
            <a:r>
              <a:rPr lang="ko" sz="16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접근 방법: 사용자 입력 → 감정 분석 → 공감/조언 생성 → 시각화</a:t>
            </a:r>
            <a:endParaRPr sz="100"/>
          </a:p>
          <a:p>
            <a:pPr indent="0" lvl="0" marL="34290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1948" lvl="0" marL="34290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42"/>
              <a:buChar char="●"/>
            </a:pPr>
            <a:r>
              <a:rPr b="1" lang="ko" sz="19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 범위:</a:t>
            </a:r>
            <a:endParaRPr b="1" sz="392"/>
          </a:p>
          <a:p>
            <a:pPr indent="-332898" lvl="0" marL="34290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42"/>
              <a:buChar char="●"/>
            </a:pPr>
            <a:r>
              <a:rPr lang="ko" sz="16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텍스트 기반 챗봇</a:t>
            </a:r>
            <a:endParaRPr sz="100"/>
          </a:p>
          <a:p>
            <a:pPr indent="-332898" lvl="0" marL="34290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42"/>
              <a:buChar char="●"/>
            </a:pPr>
            <a:r>
              <a:rPr lang="ko" sz="16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감정 변화 그래프</a:t>
            </a:r>
            <a:endParaRPr sz="100"/>
          </a:p>
          <a:p>
            <a:pPr indent="-332898" lvl="0" marL="342900" rtl="0" algn="l">
              <a:lnSpc>
                <a:spcPct val="7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1642"/>
              <a:buChar char="●"/>
            </a:pPr>
            <a:r>
              <a:rPr lang="ko" sz="16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감정별 콘텐츠 추천</a:t>
            </a:r>
            <a:endParaRPr sz="13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2.1 적용할 AI 기술 개요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2738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3"/>
              <a:buChar char="●"/>
            </a:pPr>
            <a:r>
              <a:rPr lang="ko" sz="14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자연어 처리(NLP): 감정 및 의도 분석</a:t>
            </a:r>
            <a:endParaRPr sz="100"/>
          </a:p>
          <a:p>
            <a:pPr indent="-322738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83"/>
              <a:buChar char="●"/>
            </a:pPr>
            <a:r>
              <a:rPr lang="ko" sz="14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생성형 AI: 공감형 대화 생성 (ChatGPT API)</a:t>
            </a:r>
            <a:endParaRPr sz="100"/>
          </a:p>
          <a:p>
            <a:pPr indent="-322738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83"/>
              <a:buChar char="●"/>
            </a:pPr>
            <a:r>
              <a:rPr lang="ko" sz="14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감정 분석 모델: KoBERT, HuggingFace</a:t>
            </a:r>
            <a:endParaRPr sz="100"/>
          </a:p>
          <a:p>
            <a:pPr indent="-322738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83"/>
              <a:buChar char="●"/>
            </a:pPr>
            <a:r>
              <a:rPr lang="ko" sz="148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시각화: Chart.js 활용</a:t>
            </a:r>
            <a:endParaRPr sz="100"/>
          </a:p>
          <a:p>
            <a:pPr indent="-146050" lvl="0" marL="3429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00"/>
              <a:buChar char="●"/>
            </a:pPr>
            <a:r>
              <a:t/>
            </a: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2.2 모델 구조 및 알고리즘 설계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흐름:</a:t>
            </a:r>
            <a:endParaRPr/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사용자 입력 → ② 감정 분석 → ③ 공감 응답 생성 → ④ 시각화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구성:</a:t>
            </a:r>
            <a:endParaRPr/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감정 분석: KoBERT</a:t>
            </a:r>
            <a:endParaRPr/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대화 생성: ChatGPT API</a:t>
            </a:r>
            <a:endParaRPr/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시각화: Chart.js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주요 알고리즘:</a:t>
            </a:r>
            <a:endParaRPr/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감정 분류(Softmax)</a:t>
            </a:r>
            <a:endParaRPr/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조건부 텍스트 생성(프롬프트 기반)</a:t>
            </a:r>
            <a:endParaRPr sz="14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2.3 데이터 수집 및 전처리 계획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27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8"/>
              <a:buChar char="●"/>
            </a:pPr>
            <a:r>
              <a:rPr lang="ko"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출처: 공개 한국어 감정 데이터셋(AI Hub 등) + 직접 작성 대화</a:t>
            </a:r>
            <a:endParaRPr sz="100"/>
          </a:p>
          <a:p>
            <a:pPr indent="-333279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48"/>
              <a:buChar char="●"/>
            </a:pPr>
            <a:r>
              <a:rPr lang="ko"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전처리: 불필요한 문자 제거, 욕설 필터링, 감정 레이블 부여</a:t>
            </a:r>
            <a:endParaRPr sz="100"/>
          </a:p>
          <a:p>
            <a:pPr indent="-333279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48"/>
              <a:buChar char="●"/>
            </a:pPr>
            <a:r>
              <a:rPr lang="ko"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윤리 고려: 개인정보 상담후 폐기, 익명성 보장, 자해 관련 문장 시 전문가 안내</a:t>
            </a:r>
            <a:endParaRPr sz="100"/>
          </a:p>
          <a:p>
            <a:pPr indent="0" lvl="0" marL="3429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ko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2.4 구현 도구 및 환경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373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"/>
              <a:buChar char="●"/>
            </a:pPr>
            <a:r>
              <a:rPr b="1" lang="ko" sz="14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 언어: Python</a:t>
            </a:r>
            <a:endParaRPr b="1" sz="300"/>
          </a:p>
          <a:p>
            <a:pPr indent="-323373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93"/>
              <a:buChar char="●"/>
            </a:pPr>
            <a:r>
              <a:rPr b="1" lang="ko" sz="14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 도구: Google Colab, VS Code</a:t>
            </a:r>
            <a:endParaRPr b="1" sz="300"/>
          </a:p>
          <a:p>
            <a:pPr indent="-323373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93"/>
              <a:buChar char="●"/>
            </a:pPr>
            <a:r>
              <a:rPr b="1" lang="ko" sz="14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프레임워크: PyTorch</a:t>
            </a:r>
            <a:endParaRPr b="1" sz="14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373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93"/>
              <a:buChar char="●"/>
            </a:pPr>
            <a:r>
              <a:rPr b="1" lang="ko" sz="14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API: ChatGPT API</a:t>
            </a:r>
            <a:endParaRPr b="1" sz="300"/>
          </a:p>
          <a:p>
            <a:pPr indent="0" lvl="0" marL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407"/>
          </a:p>
          <a:p>
            <a:pPr indent="0" lvl="0" marL="34290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="1" sz="54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